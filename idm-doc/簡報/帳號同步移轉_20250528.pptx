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8"/>
  </p:handoutMasterIdLst>
  <p:sldIdLst>
    <p:sldId id="257" r:id="rId2"/>
    <p:sldId id="260" r:id="rId3"/>
    <p:sldId id="265" r:id="rId4"/>
    <p:sldId id="266" r:id="rId5"/>
    <p:sldId id="263" r:id="rId6"/>
    <p:sldId id="259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ED5B22-C280-49AA-AC99-24B02A423C0A}" v="4" dt="2022-05-16T13:59:27.1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0" d="100"/>
          <a:sy n="50" d="100"/>
        </p:scale>
        <p:origin x="2708" y="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坤倫 蔡" userId="b8c73ca30c6f9702" providerId="LiveId" clId="{F4ED5B22-C280-49AA-AC99-24B02A423C0A}"/>
    <pc:docChg chg="custSel modSld modMainMaster">
      <pc:chgData name="坤倫 蔡" userId="b8c73ca30c6f9702" providerId="LiveId" clId="{F4ED5B22-C280-49AA-AC99-24B02A423C0A}" dt="2022-05-16T14:20:19.159" v="3" actId="478"/>
      <pc:docMkLst>
        <pc:docMk/>
      </pc:docMkLst>
      <pc:sldChg chg="delSp modSp mod">
        <pc:chgData name="坤倫 蔡" userId="b8c73ca30c6f9702" providerId="LiveId" clId="{F4ED5B22-C280-49AA-AC99-24B02A423C0A}" dt="2022-05-16T14:20:19.159" v="3" actId="478"/>
        <pc:sldMkLst>
          <pc:docMk/>
          <pc:sldMk cId="1262234323" sldId="257"/>
        </pc:sldMkLst>
        <pc:spChg chg="del mod">
          <ac:chgData name="坤倫 蔡" userId="b8c73ca30c6f9702" providerId="LiveId" clId="{F4ED5B22-C280-49AA-AC99-24B02A423C0A}" dt="2022-05-16T14:20:17.514" v="2" actId="478"/>
          <ac:spMkLst>
            <pc:docMk/>
            <pc:sldMk cId="1262234323" sldId="257"/>
            <ac:spMk id="2" creationId="{780AC8EC-05C5-4C6F-9D95-CAAE2A5392E9}"/>
          </ac:spMkLst>
        </pc:spChg>
        <pc:spChg chg="del mod">
          <ac:chgData name="坤倫 蔡" userId="b8c73ca30c6f9702" providerId="LiveId" clId="{F4ED5B22-C280-49AA-AC99-24B02A423C0A}" dt="2022-05-16T14:20:19.159" v="3" actId="478"/>
          <ac:spMkLst>
            <pc:docMk/>
            <pc:sldMk cId="1262234323" sldId="257"/>
            <ac:spMk id="3" creationId="{C36CE338-1BB5-4A1A-BA58-8DADD5EA9E62}"/>
          </ac:spMkLst>
        </pc:spChg>
      </pc:sldChg>
      <pc:sldChg chg="modSp">
        <pc:chgData name="坤倫 蔡" userId="b8c73ca30c6f9702" providerId="LiveId" clId="{F4ED5B22-C280-49AA-AC99-24B02A423C0A}" dt="2022-05-16T13:59:27.117" v="1"/>
        <pc:sldMkLst>
          <pc:docMk/>
          <pc:sldMk cId="3790371374" sldId="258"/>
        </pc:sldMkLst>
        <pc:spChg chg="mod">
          <ac:chgData name="坤倫 蔡" userId="b8c73ca30c6f9702" providerId="LiveId" clId="{F4ED5B22-C280-49AA-AC99-24B02A423C0A}" dt="2022-05-16T13:59:27.117" v="1"/>
          <ac:spMkLst>
            <pc:docMk/>
            <pc:sldMk cId="3790371374" sldId="258"/>
            <ac:spMk id="2" creationId="{A0B32637-CC6C-4586-9B2C-7925A1DD27D8}"/>
          </ac:spMkLst>
        </pc:spChg>
      </pc:sldChg>
      <pc:sldMasterChg chg="modSp modSldLayout">
        <pc:chgData name="坤倫 蔡" userId="b8c73ca30c6f9702" providerId="LiveId" clId="{F4ED5B22-C280-49AA-AC99-24B02A423C0A}" dt="2022-05-16T13:59:27.117" v="1"/>
        <pc:sldMasterMkLst>
          <pc:docMk/>
          <pc:sldMasterMk cId="149859594" sldId="2147483648"/>
        </pc:sldMasterMkLst>
        <pc:spChg chg="mod">
          <ac:chgData name="坤倫 蔡" userId="b8c73ca30c6f9702" providerId="LiveId" clId="{F4ED5B22-C280-49AA-AC99-24B02A423C0A}" dt="2022-05-16T13:59:27.117" v="1"/>
          <ac:spMkLst>
            <pc:docMk/>
            <pc:sldMasterMk cId="149859594" sldId="2147483648"/>
            <ac:spMk id="2" creationId="{3EC3762E-B7DD-4390-8ACE-E2514B4E9E45}"/>
          </ac:spMkLst>
        </pc:spChg>
        <pc:spChg chg="mod">
          <ac:chgData name="坤倫 蔡" userId="b8c73ca30c6f9702" providerId="LiveId" clId="{F4ED5B22-C280-49AA-AC99-24B02A423C0A}" dt="2022-05-16T13:59:27.117" v="1"/>
          <ac:spMkLst>
            <pc:docMk/>
            <pc:sldMasterMk cId="149859594" sldId="2147483648"/>
            <ac:spMk id="3" creationId="{90451230-FE94-4C1F-AF48-2AE147F714E7}"/>
          </ac:spMkLst>
        </pc:spChg>
        <pc:spChg chg="mod">
          <ac:chgData name="坤倫 蔡" userId="b8c73ca30c6f9702" providerId="LiveId" clId="{F4ED5B22-C280-49AA-AC99-24B02A423C0A}" dt="2022-05-16T13:59:27.117" v="1"/>
          <ac:spMkLst>
            <pc:docMk/>
            <pc:sldMasterMk cId="149859594" sldId="2147483648"/>
            <ac:spMk id="4" creationId="{3D04953D-4676-481E-94A3-76B87EE9BE49}"/>
          </ac:spMkLst>
        </pc:spChg>
        <pc:spChg chg="mod">
          <ac:chgData name="坤倫 蔡" userId="b8c73ca30c6f9702" providerId="LiveId" clId="{F4ED5B22-C280-49AA-AC99-24B02A423C0A}" dt="2022-05-16T13:59:27.117" v="1"/>
          <ac:spMkLst>
            <pc:docMk/>
            <pc:sldMasterMk cId="149859594" sldId="2147483648"/>
            <ac:spMk id="5" creationId="{37FB4712-A60E-43BD-96F4-AE2112D11F68}"/>
          </ac:spMkLst>
        </pc:spChg>
        <pc:spChg chg="mod">
          <ac:chgData name="坤倫 蔡" userId="b8c73ca30c6f9702" providerId="LiveId" clId="{F4ED5B22-C280-49AA-AC99-24B02A423C0A}" dt="2022-05-16T13:59:27.117" v="1"/>
          <ac:spMkLst>
            <pc:docMk/>
            <pc:sldMasterMk cId="149859594" sldId="2147483648"/>
            <ac:spMk id="6" creationId="{1A3BFAE7-8BB6-47C9-8198-CA148DB89E42}"/>
          </ac:spMkLst>
        </pc:spChg>
        <pc:sldLayoutChg chg="modSp">
          <pc:chgData name="坤倫 蔡" userId="b8c73ca30c6f9702" providerId="LiveId" clId="{F4ED5B22-C280-49AA-AC99-24B02A423C0A}" dt="2022-05-16T13:59:27.117" v="1"/>
          <pc:sldLayoutMkLst>
            <pc:docMk/>
            <pc:sldMasterMk cId="149859594" sldId="2147483648"/>
            <pc:sldLayoutMk cId="881280802" sldId="2147483649"/>
          </pc:sldLayoutMkLst>
          <pc:spChg chg="mod">
            <ac:chgData name="坤倫 蔡" userId="b8c73ca30c6f9702" providerId="LiveId" clId="{F4ED5B22-C280-49AA-AC99-24B02A423C0A}" dt="2022-05-16T13:59:27.117" v="1"/>
            <ac:spMkLst>
              <pc:docMk/>
              <pc:sldMasterMk cId="149859594" sldId="2147483648"/>
              <pc:sldLayoutMk cId="881280802" sldId="2147483649"/>
              <ac:spMk id="2" creationId="{AE40CA09-5CFC-4B43-9426-71D032C7B44F}"/>
            </ac:spMkLst>
          </pc:spChg>
          <pc:spChg chg="mod">
            <ac:chgData name="坤倫 蔡" userId="b8c73ca30c6f9702" providerId="LiveId" clId="{F4ED5B22-C280-49AA-AC99-24B02A423C0A}" dt="2022-05-16T13:59:27.117" v="1"/>
            <ac:spMkLst>
              <pc:docMk/>
              <pc:sldMasterMk cId="149859594" sldId="2147483648"/>
              <pc:sldLayoutMk cId="881280802" sldId="2147483649"/>
              <ac:spMk id="3" creationId="{02163B6B-BAEC-43C5-97D3-F713AD8DA5D9}"/>
            </ac:spMkLst>
          </pc:spChg>
        </pc:sldLayoutChg>
        <pc:sldLayoutChg chg="modSp">
          <pc:chgData name="坤倫 蔡" userId="b8c73ca30c6f9702" providerId="LiveId" clId="{F4ED5B22-C280-49AA-AC99-24B02A423C0A}" dt="2022-05-16T13:59:27.117" v="1"/>
          <pc:sldLayoutMkLst>
            <pc:docMk/>
            <pc:sldMasterMk cId="149859594" sldId="2147483648"/>
            <pc:sldLayoutMk cId="2837395443" sldId="2147483656"/>
          </pc:sldLayoutMkLst>
          <pc:spChg chg="mod">
            <ac:chgData name="坤倫 蔡" userId="b8c73ca30c6f9702" providerId="LiveId" clId="{F4ED5B22-C280-49AA-AC99-24B02A423C0A}" dt="2022-05-16T13:59:27.117" v="1"/>
            <ac:spMkLst>
              <pc:docMk/>
              <pc:sldMasterMk cId="149859594" sldId="2147483648"/>
              <pc:sldLayoutMk cId="2837395443" sldId="2147483656"/>
              <ac:spMk id="9" creationId="{7ACB6EB1-8A48-423E-BD6C-27B1CC35B1BF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181147FA-8D98-4AEF-921E-B54DA00B4D1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39A3945-820C-4768-9D89-586507B133E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598716-CCB9-4C33-BBB1-4BDB23B72C8C}" type="datetimeFigureOut">
              <a:rPr lang="zh-TW" altLang="en-US" smtClean="0"/>
              <a:t>2025/6/11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6CAE714-2CD6-418A-ADAF-0EF26881F5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04C0EA8-8511-403D-9B49-EE7BEEAF845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C23640-2296-42E9-8759-BBC7892090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64361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40CA09-5CFC-4B43-9426-71D032C7B4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2163B6B-BAEC-43C5-97D3-F713AD8DA5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12" indent="0" algn="ctr">
              <a:buNone/>
              <a:defRPr sz="2000"/>
            </a:lvl2pPr>
            <a:lvl3pPr marL="914423" indent="0" algn="ctr">
              <a:buNone/>
              <a:defRPr sz="1801"/>
            </a:lvl3pPr>
            <a:lvl4pPr marL="1371634" indent="0" algn="ctr">
              <a:buNone/>
              <a:defRPr sz="1600"/>
            </a:lvl4pPr>
            <a:lvl5pPr marL="1828846" indent="0" algn="ctr">
              <a:buNone/>
              <a:defRPr sz="1600"/>
            </a:lvl5pPr>
            <a:lvl6pPr marL="2286057" indent="0" algn="ctr">
              <a:buNone/>
              <a:defRPr sz="1600"/>
            </a:lvl6pPr>
            <a:lvl7pPr marL="2743268" indent="0" algn="ctr">
              <a:buNone/>
              <a:defRPr sz="1600"/>
            </a:lvl7pPr>
            <a:lvl8pPr marL="3200480" indent="0" algn="ctr">
              <a:buNone/>
              <a:defRPr sz="1600"/>
            </a:lvl8pPr>
            <a:lvl9pPr marL="3657692" indent="0" algn="ctr">
              <a:buNone/>
              <a:defRPr sz="1600"/>
            </a:lvl9pPr>
          </a:lstStyle>
          <a:p>
            <a:r>
              <a:rPr lang="zh-TW" altLang="en-US" dirty="0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FD81525-44D4-47FE-9A31-937858C9A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7F676-393F-41EA-90CC-2245CD39E234}" type="datetimeFigureOut">
              <a:rPr lang="zh-TW" altLang="en-US" smtClean="0"/>
              <a:t>2025/6/11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AE6E822-F024-4E62-B37B-B070811CA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1A3E76D-2674-4BCE-8584-EC892FEFA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23F76-A5F0-494C-968E-BBC295ED84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1280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輔助字幕的內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內容版面配置區 8">
            <a:extLst>
              <a:ext uri="{FF2B5EF4-FFF2-40B4-BE49-F238E27FC236}">
                <a16:creationId xmlns:a16="http://schemas.microsoft.com/office/drawing/2014/main" id="{7ACB6EB1-8A48-423E-BD6C-27B1CC35B1B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231900" y="1222375"/>
            <a:ext cx="10250489" cy="52847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837395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9246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3EC3762E-B7DD-4390-8ACE-E2514B4E9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4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0451230-FE94-4C1F-AF48-2AE147F714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4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D04953D-4676-481E-94A3-76B87EE9BE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47F676-393F-41EA-90CC-2245CD39E234}" type="datetimeFigureOut">
              <a:rPr lang="zh-TW" altLang="en-US" smtClean="0"/>
              <a:t>2025/6/11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7FB4712-A60E-43BD-96F4-AE2112D11F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4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A3BFAE7-8BB6-47C9-8198-CA148DB89E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823F76-A5F0-494C-968E-BBC295ED84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859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9" r:id="rId3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7" indent="-228607" algn="l" defTabSz="914423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7" indent="-228607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9" indent="-228607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1" indent="-228607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3" indent="-228607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4" indent="-228607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7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7" indent="-228607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7" indent="-228607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4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/>
          <p:cNvSpPr txBox="1"/>
          <p:nvPr/>
        </p:nvSpPr>
        <p:spPr>
          <a:xfrm>
            <a:off x="4436733" y="2970446"/>
            <a:ext cx="441988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/>
              <a:t>IDM</a:t>
            </a:r>
            <a:r>
              <a:rPr lang="zh-TW" altLang="en-US" sz="4400" b="1" dirty="0"/>
              <a:t>帳號同步的新舊並行與移轉</a:t>
            </a:r>
          </a:p>
        </p:txBody>
      </p:sp>
    </p:spTree>
    <p:extLst>
      <p:ext uri="{BB962C8B-B14F-4D97-AF65-F5344CB8AC3E}">
        <p14:creationId xmlns:p14="http://schemas.microsoft.com/office/powerpoint/2010/main" val="1262234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A0B32637-CC6C-4586-9B2C-7925A1DD27D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/>
              <a:t>IDM</a:t>
            </a:r>
            <a:r>
              <a:rPr lang="zh-TW" altLang="en-US" dirty="0"/>
              <a:t>安裝</a:t>
            </a:r>
            <a:endParaRPr lang="en-US" altLang="zh-TW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60FAF38F-88DD-C4CC-EC54-FF9731465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900" y="1776412"/>
            <a:ext cx="7829550" cy="452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483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E5B65-7153-8156-49CE-53910D94D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92B72B0F-B415-5364-806C-C578D12198A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/>
              <a:t>IDM</a:t>
            </a:r>
            <a:r>
              <a:rPr lang="zh-TW" altLang="en-US" dirty="0"/>
              <a:t>新舊並行</a:t>
            </a:r>
            <a:endParaRPr lang="en-US" altLang="zh-TW" dirty="0"/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91DE7071-8A54-BE3C-5F24-1CA2B2CDE4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900" y="1781175"/>
            <a:ext cx="7839075" cy="451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20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51FF6-026C-A540-2EA2-F003FD11C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895A5EA3-B9A2-3A25-3659-F2E7A1568F5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/>
              <a:t>IDM</a:t>
            </a:r>
            <a:r>
              <a:rPr lang="zh-TW" altLang="en-US" dirty="0"/>
              <a:t>切換</a:t>
            </a:r>
            <a:endParaRPr lang="en-US" altLang="zh-TW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5F60C22-75AF-7E5E-410D-9B8FF6A5A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900" y="1775595"/>
            <a:ext cx="7839075" cy="454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587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A0B32637-CC6C-4586-9B2C-7925A1DD27D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zh-TW" altLang="en-US" dirty="0"/>
              <a:t>進度說明</a:t>
            </a:r>
            <a:endParaRPr lang="en-US" altLang="zh-TW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B85ED95-80C3-A80F-AB0D-962A7C2BCF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9384181"/>
              </p:ext>
            </p:extLst>
          </p:nvPr>
        </p:nvGraphicFramePr>
        <p:xfrm>
          <a:off x="1231900" y="2133536"/>
          <a:ext cx="9949906" cy="25909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8157">
                  <a:extLst>
                    <a:ext uri="{9D8B030D-6E8A-4147-A177-3AD203B41FA5}">
                      <a16:colId xmlns:a16="http://schemas.microsoft.com/office/drawing/2014/main" val="647665978"/>
                    </a:ext>
                  </a:extLst>
                </a:gridCol>
                <a:gridCol w="1611086">
                  <a:extLst>
                    <a:ext uri="{9D8B030D-6E8A-4147-A177-3AD203B41FA5}">
                      <a16:colId xmlns:a16="http://schemas.microsoft.com/office/drawing/2014/main" val="3828038538"/>
                    </a:ext>
                  </a:extLst>
                </a:gridCol>
                <a:gridCol w="1698171">
                  <a:extLst>
                    <a:ext uri="{9D8B030D-6E8A-4147-A177-3AD203B41FA5}">
                      <a16:colId xmlns:a16="http://schemas.microsoft.com/office/drawing/2014/main" val="988726136"/>
                    </a:ext>
                  </a:extLst>
                </a:gridCol>
                <a:gridCol w="3701143">
                  <a:extLst>
                    <a:ext uri="{9D8B030D-6E8A-4147-A177-3AD203B41FA5}">
                      <a16:colId xmlns:a16="http://schemas.microsoft.com/office/drawing/2014/main" val="654224180"/>
                    </a:ext>
                  </a:extLst>
                </a:gridCol>
                <a:gridCol w="2081349">
                  <a:extLst>
                    <a:ext uri="{9D8B030D-6E8A-4147-A177-3AD203B41FA5}">
                      <a16:colId xmlns:a16="http://schemas.microsoft.com/office/drawing/2014/main" val="40297972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TW" altLang="en-US" dirty="0"/>
                        <a:t>場域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安裝進度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AD2022</a:t>
                      </a:r>
                      <a:r>
                        <a:rPr lang="zh-TW" altLang="en-US" dirty="0"/>
                        <a:t>升版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/>
                        <a:t>更換密碼攔截元件並啟用新舊併行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備註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7546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中心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50%(</a:t>
                      </a:r>
                      <a:r>
                        <a:rPr lang="zh-TW" altLang="en-US" dirty="0"/>
                        <a:t>剩中介</a:t>
                      </a:r>
                      <a:r>
                        <a:rPr lang="en-US" altLang="zh-TW" dirty="0"/>
                        <a:t>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7/1</a:t>
                      </a:r>
                      <a:r>
                        <a:rPr lang="zh-TW" altLang="en-US" dirty="0"/>
                        <a:t>進行升版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1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未訂</a:t>
                      </a:r>
                      <a:endParaRPr kumimoji="0" lang="zh-TW" altLang="en-US" sz="1801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5956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北國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100%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7</a:t>
                      </a:r>
                      <a:r>
                        <a:rPr lang="zh-TW" altLang="en-US" dirty="0"/>
                        <a:t>月中後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1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未訂</a:t>
                      </a:r>
                      <a:endParaRPr kumimoji="0" lang="zh-TW" altLang="en-US" sz="1801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1947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北區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未訂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7</a:t>
                      </a:r>
                      <a:r>
                        <a:rPr lang="zh-TW" altLang="en-US" dirty="0"/>
                        <a:t>月中後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1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未訂</a:t>
                      </a:r>
                      <a:endParaRPr kumimoji="0" lang="zh-TW" altLang="en-US" sz="1801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454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中區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100%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7</a:t>
                      </a:r>
                      <a:r>
                        <a:rPr lang="zh-TW" altLang="en-US" dirty="0"/>
                        <a:t>月初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1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未訂</a:t>
                      </a:r>
                      <a:endParaRPr kumimoji="0" lang="zh-TW" altLang="en-US" sz="1801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6032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南區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100%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7</a:t>
                      </a:r>
                      <a:r>
                        <a:rPr lang="zh-TW" altLang="en-US" dirty="0"/>
                        <a:t>月中後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1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未訂</a:t>
                      </a:r>
                      <a:endParaRPr kumimoji="0" lang="zh-TW" altLang="en-US" sz="1801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4039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高國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/>
                        <a:t>6/19</a:t>
                      </a:r>
                      <a:r>
                        <a:rPr lang="zh-TW" altLang="en-US"/>
                        <a:t>進行</a:t>
                      </a:r>
                      <a:r>
                        <a:rPr lang="zh-TW" altLang="en-US" dirty="0"/>
                        <a:t>安裝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7</a:t>
                      </a:r>
                      <a:r>
                        <a:rPr lang="zh-TW" altLang="en-US" dirty="0"/>
                        <a:t>月中後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1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未訂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29414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2093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87692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1395</TotalTime>
  <Words>95</Words>
  <Application>Microsoft Office PowerPoint</Application>
  <PresentationFormat>寬螢幕</PresentationFormat>
  <Paragraphs>34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Hedy Liang</dc:creator>
  <cp:lastModifiedBy>何宗憲</cp:lastModifiedBy>
  <cp:revision>55</cp:revision>
  <dcterms:created xsi:type="dcterms:W3CDTF">2022-04-22T04:41:57Z</dcterms:created>
  <dcterms:modified xsi:type="dcterms:W3CDTF">2025-06-11T07:39:33Z</dcterms:modified>
</cp:coreProperties>
</file>