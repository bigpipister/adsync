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9"/>
  </p:handoutMasterIdLst>
  <p:sldIdLst>
    <p:sldId id="257" r:id="rId2"/>
    <p:sldId id="272" r:id="rId3"/>
    <p:sldId id="294" r:id="rId4"/>
    <p:sldId id="286" r:id="rId5"/>
    <p:sldId id="289" r:id="rId6"/>
    <p:sldId id="295" r:id="rId7"/>
    <p:sldId id="259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D5B22-C280-49AA-AC99-24B02A423C0A}" v="4" dt="2022-05-16T13:59:27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坤倫 蔡" userId="b8c73ca30c6f9702" providerId="LiveId" clId="{F4ED5B22-C280-49AA-AC99-24B02A423C0A}"/>
    <pc:docChg chg="custSel modSld modMainMaster">
      <pc:chgData name="坤倫 蔡" userId="b8c73ca30c6f9702" providerId="LiveId" clId="{F4ED5B22-C280-49AA-AC99-24B02A423C0A}" dt="2022-05-16T14:20:19.159" v="3" actId="478"/>
      <pc:docMkLst>
        <pc:docMk/>
      </pc:docMkLst>
      <pc:sldChg chg="delSp modSp mod">
        <pc:chgData name="坤倫 蔡" userId="b8c73ca30c6f9702" providerId="LiveId" clId="{F4ED5B22-C280-49AA-AC99-24B02A423C0A}" dt="2022-05-16T14:20:19.159" v="3" actId="478"/>
        <pc:sldMkLst>
          <pc:docMk/>
          <pc:sldMk cId="1262234323" sldId="257"/>
        </pc:sldMkLst>
        <pc:spChg chg="del mod">
          <ac:chgData name="坤倫 蔡" userId="b8c73ca30c6f9702" providerId="LiveId" clId="{F4ED5B22-C280-49AA-AC99-24B02A423C0A}" dt="2022-05-16T14:20:17.514" v="2" actId="478"/>
          <ac:spMkLst>
            <pc:docMk/>
            <pc:sldMk cId="1262234323" sldId="257"/>
            <ac:spMk id="2" creationId="{780AC8EC-05C5-4C6F-9D95-CAAE2A5392E9}"/>
          </ac:spMkLst>
        </pc:spChg>
        <pc:spChg chg="del mod">
          <ac:chgData name="坤倫 蔡" userId="b8c73ca30c6f9702" providerId="LiveId" clId="{F4ED5B22-C280-49AA-AC99-24B02A423C0A}" dt="2022-05-16T14:20:19.159" v="3" actId="478"/>
          <ac:spMkLst>
            <pc:docMk/>
            <pc:sldMk cId="1262234323" sldId="257"/>
            <ac:spMk id="3" creationId="{C36CE338-1BB5-4A1A-BA58-8DADD5EA9E62}"/>
          </ac:spMkLst>
        </pc:spChg>
      </pc:sldChg>
      <pc:sldChg chg="modSp">
        <pc:chgData name="坤倫 蔡" userId="b8c73ca30c6f9702" providerId="LiveId" clId="{F4ED5B22-C280-49AA-AC99-24B02A423C0A}" dt="2022-05-16T13:59:27.117" v="1"/>
        <pc:sldMkLst>
          <pc:docMk/>
          <pc:sldMk cId="3790371374" sldId="258"/>
        </pc:sldMkLst>
        <pc:spChg chg="mod">
          <ac:chgData name="坤倫 蔡" userId="b8c73ca30c6f9702" providerId="LiveId" clId="{F4ED5B22-C280-49AA-AC99-24B02A423C0A}" dt="2022-05-16T13:59:27.117" v="1"/>
          <ac:spMkLst>
            <pc:docMk/>
            <pc:sldMk cId="3790371374" sldId="258"/>
            <ac:spMk id="2" creationId="{A0B32637-CC6C-4586-9B2C-7925A1DD27D8}"/>
          </ac:spMkLst>
        </pc:spChg>
      </pc:sldChg>
      <pc:sldMasterChg chg="modSp modSldLayout">
        <pc:chgData name="坤倫 蔡" userId="b8c73ca30c6f9702" providerId="LiveId" clId="{F4ED5B22-C280-49AA-AC99-24B02A423C0A}" dt="2022-05-16T13:59:27.117" v="1"/>
        <pc:sldMasterMkLst>
          <pc:docMk/>
          <pc:sldMasterMk cId="149859594" sldId="2147483648"/>
        </pc:sldMasterMkLst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2" creationId="{3EC3762E-B7DD-4390-8ACE-E2514B4E9E45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3" creationId="{90451230-FE94-4C1F-AF48-2AE147F714E7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4" creationId="{3D04953D-4676-481E-94A3-76B87EE9BE49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5" creationId="{37FB4712-A60E-43BD-96F4-AE2112D11F68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6" creationId="{1A3BFAE7-8BB6-47C9-8198-CA148DB89E42}"/>
          </ac:spMkLst>
        </pc:sp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881280802" sldId="2147483649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2" creationId="{AE40CA09-5CFC-4B43-9426-71D032C7B44F}"/>
            </ac:spMkLst>
          </pc:spChg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3" creationId="{02163B6B-BAEC-43C5-97D3-F713AD8DA5D9}"/>
            </ac:spMkLst>
          </pc:spChg>
        </pc:sldLayout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2837395443" sldId="2147483656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2837395443" sldId="2147483656"/>
              <ac:spMk id="9" creationId="{7ACB6EB1-8A48-423E-BD6C-27B1CC35B1BF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81147FA-8D98-4AEF-921E-B54DA00B4D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39A3945-820C-4768-9D89-586507B133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98716-CCB9-4C33-BBB1-4BDB23B72C8C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CAE714-2CD6-418A-ADAF-0EF26881F5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4C0EA8-8511-403D-9B49-EE7BEEAF8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23640-2296-42E9-8759-BBC7892090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436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0CA09-5CFC-4B43-9426-71D032C7B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163B6B-BAEC-43C5-97D3-F713AD8DA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D81525-44D4-47FE-9A31-937858C9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676-393F-41EA-90CC-2245CD39E234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6E822-F024-4E62-B37B-B070811C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A3E76D-2674-4BCE-8584-EC892FEF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28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7ACB6EB1-8A48-423E-BD6C-27B1CC35B1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31900" y="1222375"/>
            <a:ext cx="10250489" cy="52847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83739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4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EC3762E-B7DD-4390-8ACE-E2514B4E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451230-FE94-4C1F-AF48-2AE147F71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04953D-4676-481E-94A3-76B87EE9B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7F676-393F-41EA-90CC-2245CD39E234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FB4712-A60E-43BD-96F4-AE2112D11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3BFAE7-8BB6-47C9-8198-CA148DB89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5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7" indent="-228607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4436733" y="2970446"/>
            <a:ext cx="38973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/>
              <a:t>IDM</a:t>
            </a:r>
            <a:r>
              <a:rPr lang="zh-TW" altLang="en-US" sz="4400" b="1" dirty="0"/>
              <a:t>帳號同步移轉上線程序</a:t>
            </a:r>
          </a:p>
        </p:txBody>
      </p:sp>
    </p:spTree>
    <p:extLst>
      <p:ext uri="{BB962C8B-B14F-4D97-AF65-F5344CB8AC3E}">
        <p14:creationId xmlns:p14="http://schemas.microsoft.com/office/powerpoint/2010/main" val="126223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A3715-32AA-06B1-E626-CA07D381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5DDFE14-7017-E152-115D-121226FCC32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9054" y="961117"/>
            <a:ext cx="10250489" cy="528478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一</a:t>
            </a:r>
            <a:r>
              <a:rPr lang="en-US" altLang="zh-TW" dirty="0"/>
              <a:t>) IDM</a:t>
            </a:r>
            <a:r>
              <a:rPr lang="zh-TW" altLang="en-US" dirty="0"/>
              <a:t>資料流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二</a:t>
            </a:r>
            <a:r>
              <a:rPr lang="en-US" altLang="zh-TW" dirty="0"/>
              <a:t>) </a:t>
            </a:r>
            <a:r>
              <a:rPr lang="zh-TW" altLang="en-US" dirty="0"/>
              <a:t>切換程序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三</a:t>
            </a:r>
            <a:r>
              <a:rPr lang="en-US" altLang="zh-TW" dirty="0"/>
              <a:t>) </a:t>
            </a:r>
            <a:r>
              <a:rPr lang="zh-TW" altLang="en-US" dirty="0"/>
              <a:t>系統移轉後確認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57342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1FF6-026C-A540-2EA2-F003FD11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95A5EA3-B9A2-3A25-3659-F2E7A1568F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9054" y="961117"/>
            <a:ext cx="10250489" cy="528478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一</a:t>
            </a:r>
            <a:r>
              <a:rPr lang="en-US" altLang="zh-TW" dirty="0"/>
              <a:t>) IDM</a:t>
            </a:r>
            <a:r>
              <a:rPr lang="zh-TW" altLang="en-US" dirty="0"/>
              <a:t>資料流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0E09EC0-5E3C-D362-4506-448EEC6EC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09" y="1429429"/>
            <a:ext cx="9052923" cy="43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1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736FD-18C7-1F78-E31E-A4B6ECAA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84F4790-9268-B186-530A-AECAC18958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二</a:t>
            </a:r>
            <a:r>
              <a:rPr lang="en-US" altLang="zh-TW" dirty="0"/>
              <a:t>) </a:t>
            </a:r>
            <a:r>
              <a:rPr lang="zh-TW" altLang="en-US" dirty="0"/>
              <a:t>切換程序</a:t>
            </a:r>
            <a:endParaRPr lang="en-US" altLang="zh-TW" dirty="0"/>
          </a:p>
          <a:p>
            <a:pPr marL="514350" indent="-514350">
              <a:buAutoNum type="arabicParenBoth"/>
            </a:pPr>
            <a:r>
              <a:rPr lang="zh-TW" altLang="en-US" sz="2000" dirty="0"/>
              <a:t>關閉內網舊</a:t>
            </a:r>
            <a:r>
              <a:rPr lang="en-US" altLang="zh-TW" sz="2000" dirty="0"/>
              <a:t>IDM</a:t>
            </a:r>
            <a:r>
              <a:rPr lang="zh-TW" altLang="en-US" sz="2000" dirty="0"/>
              <a:t>主機</a:t>
            </a:r>
            <a:endParaRPr lang="en-US" altLang="zh-TW" sz="2000" dirty="0"/>
          </a:p>
          <a:p>
            <a:pPr marL="514350" indent="-514350">
              <a:buAutoNum type="arabicParenBoth"/>
            </a:pPr>
            <a:r>
              <a:rPr lang="zh-TW" altLang="en-US" sz="2000" dirty="0"/>
              <a:t>內網兩台、異備一台</a:t>
            </a:r>
            <a:r>
              <a:rPr lang="zh-TW" altLang="en-US" sz="2000" dirty="0">
                <a:solidFill>
                  <a:srgbClr val="FF0000"/>
                </a:solidFill>
              </a:rPr>
              <a:t>共三台</a:t>
            </a:r>
            <a:r>
              <a:rPr lang="en-US" altLang="zh-TW" sz="2000" dirty="0"/>
              <a:t>AD</a:t>
            </a:r>
            <a:r>
              <a:rPr lang="zh-TW" altLang="en-US" sz="2000" dirty="0"/>
              <a:t>更改密碼攔載設定檔，改成新內網</a:t>
            </a:r>
            <a:r>
              <a:rPr lang="en-US" altLang="zh-TW" sz="2000" dirty="0"/>
              <a:t>IDM IP(</a:t>
            </a:r>
            <a:r>
              <a:rPr lang="zh-TW" altLang="en-US" sz="2000" dirty="0">
                <a:solidFill>
                  <a:srgbClr val="FF0000"/>
                </a:solidFill>
              </a:rPr>
              <a:t>同行參數有兩個</a:t>
            </a:r>
            <a:r>
              <a:rPr lang="en-US" altLang="zh-TW" sz="2000" dirty="0">
                <a:solidFill>
                  <a:srgbClr val="FF0000"/>
                </a:solidFill>
              </a:rPr>
              <a:t>IP</a:t>
            </a:r>
            <a:r>
              <a:rPr lang="zh-TW" altLang="en-US" sz="2000" dirty="0">
                <a:solidFill>
                  <a:srgbClr val="FF0000"/>
                </a:solidFill>
              </a:rPr>
              <a:t>要改</a:t>
            </a:r>
            <a:r>
              <a:rPr lang="en-US" altLang="zh-TW" sz="2000" dirty="0"/>
              <a:t>)</a:t>
            </a:r>
          </a:p>
          <a:p>
            <a:pPr marL="514350" indent="-514350">
              <a:buAutoNum type="arabicParenBoth"/>
            </a:pPr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</a:rPr>
              <a:t>確認防火牆 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</a:rPr>
              <a:t>(Test-</a:t>
            </a:r>
            <a:r>
              <a:rPr lang="en-US" altLang="zh-TW" sz="1600" b="1" dirty="0" err="1">
                <a:solidFill>
                  <a:schemeClr val="accent1">
                    <a:lumMod val="75000"/>
                  </a:schemeClr>
                </a:solidFill>
              </a:rPr>
              <a:t>NetConnection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</a:rPr>
              <a:t> “</a:t>
            </a:r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</a:rPr>
              <a:t>內網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</a:rPr>
              <a:t>IDM IP” -Port 5432)</a:t>
            </a:r>
            <a:endParaRPr lang="en-US" altLang="zh-TW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E3996A1-BAFA-21BC-B4BA-D8276755E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04" y="2887840"/>
            <a:ext cx="6261463" cy="3970160"/>
          </a:xfrm>
          <a:prstGeom prst="rect">
            <a:avLst/>
          </a:prstGeom>
        </p:spPr>
      </p:pic>
      <p:pic>
        <p:nvPicPr>
          <p:cNvPr id="7" name="圖片 6" descr="一張含有 文字, 數字, 軟體, 字型 的圖片&#10;&#10;AI 產生的內容可能不正確。">
            <a:extLst>
              <a:ext uri="{FF2B5EF4-FFF2-40B4-BE49-F238E27FC236}">
                <a16:creationId xmlns:a16="http://schemas.microsoft.com/office/drawing/2014/main" id="{81FF3E56-F407-2012-9D21-56F099382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525" y="2887840"/>
            <a:ext cx="6467475" cy="2314575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E2CE546D-0643-E4BA-7916-91E36C3CD4CB}"/>
              </a:ext>
            </a:extLst>
          </p:cNvPr>
          <p:cNvSpPr/>
          <p:nvPr/>
        </p:nvSpPr>
        <p:spPr>
          <a:xfrm>
            <a:off x="4494848" y="5939246"/>
            <a:ext cx="2255520" cy="3831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208682E-7C0A-6659-A836-1EC0FC0922CA}"/>
              </a:ext>
            </a:extLst>
          </p:cNvPr>
          <p:cNvSpPr txBox="1"/>
          <p:nvPr/>
        </p:nvSpPr>
        <p:spPr>
          <a:xfrm>
            <a:off x="2778034" y="4573253"/>
            <a:ext cx="70278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Dlog.datasource.jdbc-url</a:t>
            </a:r>
            <a:r>
              <a:rPr lang="en-US" altLang="zh-TW" dirty="0">
                <a:solidFill>
                  <a:srgbClr val="FF0000"/>
                </a:solidFill>
              </a:rPr>
              <a:t>=</a:t>
            </a:r>
            <a:r>
              <a:rPr lang="en-US" altLang="zh-TW" dirty="0" err="1">
                <a:solidFill>
                  <a:srgbClr val="FF0000"/>
                </a:solidFill>
              </a:rPr>
              <a:t>jdbc:postgresql</a:t>
            </a:r>
            <a:r>
              <a:rPr lang="en-US" altLang="zh-TW" dirty="0">
                <a:solidFill>
                  <a:srgbClr val="FF0000"/>
                </a:solidFill>
              </a:rPr>
              <a:t>://{</a:t>
            </a:r>
            <a:r>
              <a:rPr lang="en-US" altLang="zh-TW" dirty="0" err="1">
                <a:solidFill>
                  <a:srgbClr val="FF0000"/>
                </a:solidFill>
              </a:rPr>
              <a:t>db_address</a:t>
            </a:r>
            <a:r>
              <a:rPr lang="en-US" altLang="zh-TW" dirty="0">
                <a:solidFill>
                  <a:srgbClr val="FF0000"/>
                </a:solidFill>
              </a:rPr>
              <a:t>}:5432/</a:t>
            </a:r>
            <a:r>
              <a:rPr lang="en-US" altLang="zh-TW" dirty="0" err="1">
                <a:solidFill>
                  <a:srgbClr val="FF0000"/>
                </a:solidFill>
              </a:rPr>
              <a:t>idmdb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Dweb.datasource.jdbc-url</a:t>
            </a:r>
            <a:r>
              <a:rPr lang="en-US" altLang="zh-TW" dirty="0">
                <a:solidFill>
                  <a:srgbClr val="FF0000"/>
                </a:solidFill>
              </a:rPr>
              <a:t>=</a:t>
            </a:r>
            <a:r>
              <a:rPr lang="en-US" altLang="zh-TW" dirty="0" err="1">
                <a:solidFill>
                  <a:srgbClr val="FF0000"/>
                </a:solidFill>
              </a:rPr>
              <a:t>jdbc:postgresql</a:t>
            </a:r>
            <a:r>
              <a:rPr lang="en-US" altLang="zh-TW" dirty="0">
                <a:solidFill>
                  <a:srgbClr val="FF0000"/>
                </a:solidFill>
              </a:rPr>
              <a:t>://{</a:t>
            </a:r>
            <a:r>
              <a:rPr lang="en-US" altLang="zh-TW" dirty="0" err="1">
                <a:solidFill>
                  <a:srgbClr val="FF0000"/>
                </a:solidFill>
              </a:rPr>
              <a:t>db_address</a:t>
            </a:r>
            <a:r>
              <a:rPr lang="en-US" altLang="zh-TW" dirty="0">
                <a:solidFill>
                  <a:srgbClr val="FF0000"/>
                </a:solidFill>
              </a:rPr>
              <a:t>}:5432/</a:t>
            </a:r>
            <a:r>
              <a:rPr lang="en-US" altLang="zh-TW" dirty="0" err="1">
                <a:solidFill>
                  <a:srgbClr val="FF0000"/>
                </a:solidFill>
              </a:rPr>
              <a:t>idmdb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Dlog.datasource.password</a:t>
            </a:r>
            <a:r>
              <a:rPr lang="en-US" altLang="zh-TW" dirty="0">
                <a:solidFill>
                  <a:srgbClr val="FF0000"/>
                </a:solidFill>
              </a:rPr>
              <a:t>={</a:t>
            </a:r>
            <a:r>
              <a:rPr lang="en-US" altLang="zh-TW" dirty="0" err="1">
                <a:solidFill>
                  <a:srgbClr val="FF0000"/>
                </a:solidFill>
              </a:rPr>
              <a:t>db_password</a:t>
            </a:r>
            <a:r>
              <a:rPr lang="en-US" altLang="zh-TW" dirty="0">
                <a:solidFill>
                  <a:srgbClr val="FF0000"/>
                </a:solidFill>
              </a:rPr>
              <a:t>}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Dweb.datasource.password</a:t>
            </a:r>
            <a:r>
              <a:rPr lang="en-US" altLang="zh-TW" dirty="0">
                <a:solidFill>
                  <a:srgbClr val="FF0000"/>
                </a:solidFill>
              </a:rPr>
              <a:t>={</a:t>
            </a:r>
            <a:r>
              <a:rPr lang="en-US" altLang="zh-TW" dirty="0" err="1">
                <a:solidFill>
                  <a:srgbClr val="FF0000"/>
                </a:solidFill>
              </a:rPr>
              <a:t>db_password</a:t>
            </a:r>
            <a:r>
              <a:rPr lang="en-US" altLang="zh-TW" dirty="0">
                <a:solidFill>
                  <a:srgbClr val="FF0000"/>
                </a:solidFill>
              </a:rPr>
              <a:t>}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A4929CE-AD63-19ED-20DB-0AB9A3BB782B}"/>
              </a:ext>
            </a:extLst>
          </p:cNvPr>
          <p:cNvSpPr txBox="1"/>
          <p:nvPr/>
        </p:nvSpPr>
        <p:spPr>
          <a:xfrm>
            <a:off x="7756208" y="2588063"/>
            <a:ext cx="359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改完要重啟</a:t>
            </a:r>
            <a:r>
              <a:rPr lang="en-US" altLang="zh-TW" dirty="0" err="1">
                <a:solidFill>
                  <a:srgbClr val="FF0000"/>
                </a:solidFill>
              </a:rPr>
              <a:t>AdPwdSync</a:t>
            </a:r>
            <a:r>
              <a:rPr lang="zh-TW" altLang="en-US" dirty="0">
                <a:solidFill>
                  <a:srgbClr val="FF0000"/>
                </a:solidFill>
              </a:rPr>
              <a:t>服務</a:t>
            </a:r>
          </a:p>
        </p:txBody>
      </p:sp>
    </p:spTree>
    <p:extLst>
      <p:ext uri="{BB962C8B-B14F-4D97-AF65-F5344CB8AC3E}">
        <p14:creationId xmlns:p14="http://schemas.microsoft.com/office/powerpoint/2010/main" val="766291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7B52F-4F61-B10C-EF29-B3E658F45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6D334AD-3015-C8C3-7A83-56687C71F1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/>
              <a:t>(4) </a:t>
            </a:r>
            <a:r>
              <a:rPr lang="zh-TW" altLang="en-US" sz="2000" dirty="0"/>
              <a:t>停用內網</a:t>
            </a:r>
            <a:r>
              <a:rPr lang="en-US" altLang="zh-TW" sz="2000" dirty="0"/>
              <a:t>Jenkins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從舊</a:t>
            </a:r>
            <a:r>
              <a:rPr lang="en-US" altLang="zh-TW" sz="2000" dirty="0">
                <a:solidFill>
                  <a:schemeClr val="accent1">
                    <a:lumMod val="75000"/>
                  </a:schemeClr>
                </a:solidFill>
              </a:rPr>
              <a:t>IDM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同步密碼到新</a:t>
            </a:r>
            <a:r>
              <a:rPr lang="en-US" altLang="zh-TW" sz="2000" dirty="0">
                <a:solidFill>
                  <a:schemeClr val="accent1">
                    <a:lumMod val="75000"/>
                  </a:schemeClr>
                </a:solidFill>
              </a:rPr>
              <a:t>IDM</a:t>
            </a:r>
            <a:r>
              <a:rPr lang="en-US" altLang="zh-TW" sz="2000" dirty="0"/>
              <a:t> Job – </a:t>
            </a:r>
            <a:r>
              <a:rPr lang="zh-TW" altLang="en-US" sz="2000" dirty="0">
                <a:solidFill>
                  <a:schemeClr val="accent6"/>
                </a:solidFill>
              </a:rPr>
              <a:t>點擊</a:t>
            </a:r>
            <a:r>
              <a:rPr lang="en-US" altLang="zh-TW" sz="2000" dirty="0">
                <a:solidFill>
                  <a:schemeClr val="accent6"/>
                </a:solidFill>
              </a:rPr>
              <a:t>Job</a:t>
            </a:r>
            <a:r>
              <a:rPr lang="zh-TW" altLang="en-US" sz="2000" dirty="0">
                <a:solidFill>
                  <a:schemeClr val="accent6"/>
                </a:solidFill>
              </a:rPr>
              <a:t>名稱 </a:t>
            </a:r>
            <a:r>
              <a:rPr lang="en-US" altLang="zh-TW" sz="2000" dirty="0">
                <a:solidFill>
                  <a:schemeClr val="accent6"/>
                </a:solidFill>
              </a:rPr>
              <a:t>-&gt; </a:t>
            </a:r>
            <a:r>
              <a:rPr lang="zh-TW" altLang="en-US" sz="2000" dirty="0">
                <a:solidFill>
                  <a:schemeClr val="accent6"/>
                </a:solidFill>
              </a:rPr>
              <a:t>組態 </a:t>
            </a:r>
            <a:r>
              <a:rPr lang="en-US" altLang="zh-TW" sz="2000" dirty="0">
                <a:solidFill>
                  <a:schemeClr val="accent6"/>
                </a:solidFill>
              </a:rPr>
              <a:t>-&gt; </a:t>
            </a:r>
            <a:r>
              <a:rPr lang="zh-TW" altLang="en-US" sz="2000" dirty="0">
                <a:solidFill>
                  <a:schemeClr val="accent6"/>
                </a:solidFill>
              </a:rPr>
              <a:t>切換到</a:t>
            </a:r>
            <a:r>
              <a:rPr lang="en-US" altLang="zh-TW" sz="2000" dirty="0">
                <a:solidFill>
                  <a:schemeClr val="accent6"/>
                </a:solidFill>
              </a:rPr>
              <a:t>Disabled</a:t>
            </a:r>
            <a:br>
              <a:rPr lang="en-US" altLang="zh-TW" sz="2000" dirty="0">
                <a:solidFill>
                  <a:schemeClr val="accent6"/>
                </a:solidFill>
              </a:rPr>
            </a:br>
            <a:r>
              <a:rPr lang="en-US" altLang="zh-TW" sz="1600" dirty="0">
                <a:hlinkClick r:id="rId2"/>
              </a:rPr>
              <a:t>http://localhost:8080</a:t>
            </a:r>
            <a:r>
              <a:rPr lang="en-US" altLang="zh-TW" sz="1600" dirty="0"/>
              <a:t>	</a:t>
            </a:r>
            <a:r>
              <a:rPr lang="zh-TW" altLang="en-US" sz="1600" dirty="0"/>
              <a:t>帳號</a:t>
            </a:r>
            <a:r>
              <a:rPr lang="en-US" altLang="zh-TW" sz="1600" dirty="0"/>
              <a:t>: admin    </a:t>
            </a:r>
            <a:r>
              <a:rPr lang="zh-TW" altLang="en-US" sz="1600" dirty="0"/>
              <a:t>密碼</a:t>
            </a:r>
            <a:r>
              <a:rPr lang="en-US" altLang="zh-TW" sz="1600" dirty="0"/>
              <a:t>:1qaz@WSX</a:t>
            </a:r>
          </a:p>
        </p:txBody>
      </p:sp>
      <p:pic>
        <p:nvPicPr>
          <p:cNvPr id="4" name="圖片 3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C6393D4B-7233-8B80-E343-DB4B02DA5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13" y="1600063"/>
            <a:ext cx="7992019" cy="398703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AF0F4702-BBB6-D78C-1E18-B5E2B5B11A26}"/>
              </a:ext>
            </a:extLst>
          </p:cNvPr>
          <p:cNvSpPr/>
          <p:nvPr/>
        </p:nvSpPr>
        <p:spPr>
          <a:xfrm>
            <a:off x="6907122" y="2723605"/>
            <a:ext cx="1557610" cy="3831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184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0A1F-6C1B-286C-F1D7-5AB680581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5CA3787-23DF-1B47-FEF7-C30DA3FF197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9054" y="961117"/>
            <a:ext cx="10250489" cy="528478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三</a:t>
            </a:r>
            <a:r>
              <a:rPr lang="en-US" altLang="zh-TW" dirty="0"/>
              <a:t>) </a:t>
            </a:r>
            <a:r>
              <a:rPr lang="zh-TW" altLang="en-US" dirty="0"/>
              <a:t>系統移轉後確認</a:t>
            </a:r>
            <a:endParaRPr lang="en-US" altLang="zh-TW" dirty="0"/>
          </a:p>
          <a:p>
            <a:pPr marL="457200" indent="-457200">
              <a:buAutoNum type="arabicParenBoth"/>
            </a:pPr>
            <a:r>
              <a:rPr lang="zh-TW" altLang="en-US" sz="2000" dirty="0"/>
              <a:t>重新執行內網</a:t>
            </a:r>
            <a:r>
              <a:rPr lang="en-US" altLang="zh-TW" sz="2000" dirty="0"/>
              <a:t>”</a:t>
            </a:r>
            <a:r>
              <a:rPr lang="zh-TW" altLang="en-US" sz="2000" dirty="0"/>
              <a:t>系統檢測</a:t>
            </a:r>
            <a:r>
              <a:rPr lang="en-US" altLang="zh-TW" sz="2000" dirty="0"/>
              <a:t>” Jenkins job </a:t>
            </a:r>
            <a:r>
              <a:rPr lang="zh-TW" altLang="en-US" sz="2000" dirty="0"/>
              <a:t>，確認 </a:t>
            </a:r>
            <a:r>
              <a:rPr lang="en-US" altLang="zh-TW" sz="2000" dirty="0"/>
              <a:t>report </a:t>
            </a:r>
            <a:r>
              <a:rPr lang="zh-TW" altLang="en-US" sz="2000" dirty="0"/>
              <a:t>正常</a:t>
            </a:r>
            <a:endParaRPr lang="en-US" altLang="zh-TW" sz="2000" dirty="0"/>
          </a:p>
          <a:p>
            <a:pPr marL="457200" indent="-457200">
              <a:buAutoNum type="arabicParenBoth"/>
            </a:pPr>
            <a:r>
              <a:rPr lang="zh-TW" altLang="en-US" sz="2000" dirty="0"/>
              <a:t>請使用者透過</a:t>
            </a:r>
            <a:r>
              <a:rPr lang="en-US" altLang="zh-TW" sz="2000" dirty="0"/>
              <a:t>YBD</a:t>
            </a:r>
            <a:r>
              <a:rPr lang="zh-TW" altLang="en-US" sz="2000" dirty="0"/>
              <a:t>進行密碼變更，看外網是否有正常同步</a:t>
            </a:r>
            <a:endParaRPr lang="en-US" altLang="zh-TW" sz="20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110108D-8154-4DDE-D8F8-1C0B76F4D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8025"/>
            <a:ext cx="121920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62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76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10894</TotalTime>
  <Words>238</Words>
  <Application>Microsoft Office PowerPoint</Application>
  <PresentationFormat>寬螢幕</PresentationFormat>
  <Paragraphs>15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Hedy Liang</dc:creator>
  <cp:lastModifiedBy>何宗憲</cp:lastModifiedBy>
  <cp:revision>194</cp:revision>
  <dcterms:created xsi:type="dcterms:W3CDTF">2022-04-22T04:41:57Z</dcterms:created>
  <dcterms:modified xsi:type="dcterms:W3CDTF">2026-01-20T02:19:10Z</dcterms:modified>
</cp:coreProperties>
</file>