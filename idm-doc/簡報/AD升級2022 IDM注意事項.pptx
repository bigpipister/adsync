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7" r:id="rId2"/>
    <p:sldId id="261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2025/6/20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4" y="2970446"/>
            <a:ext cx="39714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AD</a:t>
            </a:r>
            <a:r>
              <a:rPr lang="zh-TW" altLang="en-US" sz="4400" b="1" dirty="0"/>
              <a:t>升級</a:t>
            </a:r>
            <a:r>
              <a:rPr lang="en-US" altLang="zh-TW" sz="4400" b="1" dirty="0"/>
              <a:t>2022 IDM</a:t>
            </a:r>
            <a:r>
              <a:rPr lang="zh-TW" altLang="en-US" sz="4400" b="1" dirty="0"/>
              <a:t>注意事項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中心與五區協同作業</a:t>
            </a:r>
            <a:r>
              <a:rPr lang="en-US" altLang="zh-TW" dirty="0"/>
              <a:t>-</a:t>
            </a:r>
            <a:r>
              <a:rPr lang="zh-TW" altLang="en-US" dirty="0"/>
              <a:t>密碼攔截元件安裝</a:t>
            </a:r>
            <a:r>
              <a:rPr lang="en-US" altLang="zh-TW" dirty="0"/>
              <a:t>(6</a:t>
            </a:r>
            <a:r>
              <a:rPr lang="zh-TW" altLang="en-US" dirty="0"/>
              <a:t>月後依</a:t>
            </a:r>
            <a:r>
              <a:rPr lang="en-US" altLang="zh-TW" dirty="0"/>
              <a:t>AD</a:t>
            </a:r>
            <a:r>
              <a:rPr lang="zh-TW" altLang="en-US" dirty="0"/>
              <a:t>升級時程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sz="2000" dirty="0"/>
              <a:t>(1)</a:t>
            </a:r>
            <a:r>
              <a:rPr lang="zh-TW" altLang="en-US" sz="2000" dirty="0"/>
              <a:t>於新安裝的</a:t>
            </a:r>
            <a:r>
              <a:rPr lang="en-US" altLang="zh-TW" sz="2000" dirty="0"/>
              <a:t>AD</a:t>
            </a:r>
            <a:r>
              <a:rPr lang="zh-TW" altLang="en-US" sz="2000" dirty="0"/>
              <a:t>上需安裝密碼攔截服務</a:t>
            </a:r>
            <a:r>
              <a:rPr lang="en-US" altLang="zh-TW" sz="2000" dirty="0"/>
              <a:t>(</a:t>
            </a:r>
            <a:r>
              <a:rPr lang="zh-TW" altLang="en-US" sz="2000" dirty="0"/>
              <a:t>參考原安裝手冊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(2)</a:t>
            </a:r>
            <a:r>
              <a:rPr lang="zh-TW" altLang="en-US" sz="2000" dirty="0"/>
              <a:t>在</a:t>
            </a:r>
            <a:r>
              <a:rPr lang="en-US" altLang="zh-TW" sz="2000" dirty="0"/>
              <a:t>AD</a:t>
            </a:r>
            <a:r>
              <a:rPr lang="zh-TW" altLang="en-US" sz="2000" dirty="0"/>
              <a:t>升級過程中內網</a:t>
            </a:r>
            <a:r>
              <a:rPr lang="en-US" altLang="zh-TW" sz="2000" dirty="0"/>
              <a:t>IDM</a:t>
            </a:r>
            <a:r>
              <a:rPr lang="zh-TW" altLang="en-US" sz="2000" dirty="0"/>
              <a:t>服務指向</a:t>
            </a:r>
            <a:r>
              <a:rPr lang="en-US" altLang="zh-TW" sz="2000" dirty="0"/>
              <a:t>AD</a:t>
            </a:r>
            <a:r>
              <a:rPr lang="zh-TW" altLang="en-US" sz="2000" dirty="0"/>
              <a:t>需跟著五大角色異動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62" y="2159609"/>
            <a:ext cx="3031684" cy="2325272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4943953"/>
            <a:ext cx="64770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8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</TotalTime>
  <Words>65</Words>
  <Application>Microsoft Office PowerPoint</Application>
  <PresentationFormat>寬螢幕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41</cp:revision>
  <dcterms:created xsi:type="dcterms:W3CDTF">2022-04-22T04:41:57Z</dcterms:created>
  <dcterms:modified xsi:type="dcterms:W3CDTF">2025-06-20T07:54:31Z</dcterms:modified>
</cp:coreProperties>
</file>