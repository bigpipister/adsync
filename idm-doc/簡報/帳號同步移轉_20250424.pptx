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260" r:id="rId3"/>
    <p:sldId id="265" r:id="rId4"/>
    <p:sldId id="266" r:id="rId5"/>
    <p:sldId id="263" r:id="rId6"/>
    <p:sldId id="267" r:id="rId7"/>
    <p:sldId id="264" r:id="rId8"/>
    <p:sldId id="268" r:id="rId9"/>
    <p:sldId id="25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3" y="2970446"/>
            <a:ext cx="44198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IDM</a:t>
            </a:r>
            <a:r>
              <a:rPr lang="zh-TW" altLang="en-US" sz="4400" b="1" dirty="0"/>
              <a:t>帳號同步的新舊並行與移轉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安裝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3C81B5-A172-2DD9-74E0-8DA0C0ED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52" y="1835332"/>
            <a:ext cx="78771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8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5B65-7153-8156-49CE-53910D94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2B72B0F-B415-5364-806C-C578D12198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新舊並行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2A1E36-973D-D045-B6E5-1930A1964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885950"/>
            <a:ext cx="78676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切換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7066A4-2A86-9421-492E-66C2EB6C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890712"/>
            <a:ext cx="78867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AD</a:t>
            </a:r>
            <a:r>
              <a:rPr lang="zh-TW" altLang="en-US" dirty="0"/>
              <a:t>升級</a:t>
            </a:r>
            <a:r>
              <a:rPr lang="en-US" altLang="zh-TW" dirty="0"/>
              <a:t>2022-</a:t>
            </a:r>
            <a:r>
              <a:rPr lang="zh-TW" altLang="en-US" dirty="0"/>
              <a:t>安裝密碼攔截</a:t>
            </a:r>
            <a:r>
              <a:rPr lang="en-US" altLang="zh-TW" dirty="0"/>
              <a:t>(1)</a:t>
            </a:r>
          </a:p>
          <a:p>
            <a:pPr marL="0" indent="0">
              <a:buNone/>
            </a:pPr>
            <a:r>
              <a:rPr lang="zh-TW" altLang="en-US" sz="2000" dirty="0"/>
              <a:t>更新內網</a:t>
            </a:r>
            <a:r>
              <a:rPr lang="en-US" altLang="zh-TW" sz="2000" dirty="0"/>
              <a:t>(</a:t>
            </a:r>
            <a:r>
              <a:rPr lang="zh-TW" altLang="en-US" sz="2000" dirty="0"/>
              <a:t>外網</a:t>
            </a:r>
            <a:r>
              <a:rPr lang="en-US" altLang="zh-TW" sz="2000" dirty="0"/>
              <a:t>)</a:t>
            </a:r>
            <a:r>
              <a:rPr lang="zh-TW" altLang="en-US" sz="2000" dirty="0"/>
              <a:t>時，停止內網</a:t>
            </a:r>
            <a:r>
              <a:rPr lang="en-US" altLang="zh-TW" sz="2000" dirty="0"/>
              <a:t>(</a:t>
            </a:r>
            <a:r>
              <a:rPr lang="zh-TW" altLang="en-US" sz="2000" dirty="0"/>
              <a:t>外網</a:t>
            </a:r>
            <a:r>
              <a:rPr lang="en-US" altLang="zh-TW" sz="2000" dirty="0"/>
              <a:t>)</a:t>
            </a:r>
            <a:r>
              <a:rPr lang="zh-TW" altLang="en-US" sz="2000" dirty="0"/>
              <a:t>第二台內的</a:t>
            </a:r>
            <a:r>
              <a:rPr lang="en-US" altLang="zh-TW" sz="2000" dirty="0" err="1"/>
              <a:t>AdPwdSync</a:t>
            </a:r>
            <a:r>
              <a:rPr lang="en-US" altLang="zh-TW" sz="2000" dirty="0"/>
              <a:t> service</a:t>
            </a:r>
            <a:r>
              <a:rPr lang="zh-TW" altLang="en-US" sz="2000" dirty="0"/>
              <a:t>，並複製</a:t>
            </a:r>
            <a:r>
              <a:rPr lang="en-US" altLang="zh-TW" sz="2000" dirty="0"/>
              <a:t>C</a:t>
            </a:r>
            <a:r>
              <a:rPr lang="zh-TW" altLang="en-US" sz="2000" dirty="0"/>
              <a:t>槽下的</a:t>
            </a:r>
            <a:r>
              <a:rPr lang="en-US" altLang="zh-TW" sz="2000" dirty="0" err="1"/>
              <a:t>AdPwdSync</a:t>
            </a:r>
            <a:r>
              <a:rPr lang="zh-TW" altLang="en-US" sz="2000" dirty="0"/>
              <a:t>資料夾到新主機，刪除裡面的</a:t>
            </a:r>
            <a:r>
              <a:rPr lang="en-US" altLang="zh-TW" sz="2000" dirty="0"/>
              <a:t>data</a:t>
            </a:r>
            <a:r>
              <a:rPr lang="zh-TW" altLang="en-US" sz="2000" dirty="0"/>
              <a:t>資料夾，執行</a:t>
            </a:r>
            <a:r>
              <a:rPr lang="en-US" altLang="zh-TW" sz="2000" dirty="0"/>
              <a:t>install.bat</a:t>
            </a:r>
            <a:r>
              <a:rPr lang="zh-TW" altLang="en-US" sz="2000" dirty="0"/>
              <a:t>確認安裝視窗無錯誤訊息安裝完畢後重新開機。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FF87EE-F523-5074-FA33-1CCD80F7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81" y="2634834"/>
            <a:ext cx="5073107" cy="38723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0AEA628-894F-4793-B1C7-DE668C43B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2634833"/>
            <a:ext cx="5073106" cy="3872330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4F8E978A-B1C7-85AD-63C7-61D5C16438B2}"/>
              </a:ext>
            </a:extLst>
          </p:cNvPr>
          <p:cNvSpPr/>
          <p:nvPr/>
        </p:nvSpPr>
        <p:spPr>
          <a:xfrm>
            <a:off x="6547790" y="3509554"/>
            <a:ext cx="795119" cy="3327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884E931-49D6-F9DE-848D-37E279049D30}"/>
              </a:ext>
            </a:extLst>
          </p:cNvPr>
          <p:cNvSpPr/>
          <p:nvPr/>
        </p:nvSpPr>
        <p:spPr>
          <a:xfrm>
            <a:off x="6547790" y="6044937"/>
            <a:ext cx="795119" cy="2450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09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753A-D4A9-C78F-FFF9-50D65C44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2174E29-09C6-382C-3252-2CB73CDC29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AD</a:t>
            </a:r>
            <a:r>
              <a:rPr lang="zh-TW" altLang="en-US" dirty="0"/>
              <a:t>升級</a:t>
            </a:r>
            <a:r>
              <a:rPr lang="en-US" altLang="zh-TW" dirty="0"/>
              <a:t>2022-</a:t>
            </a:r>
            <a:r>
              <a:rPr lang="zh-TW" altLang="en-US" dirty="0"/>
              <a:t>安裝密碼攔截</a:t>
            </a:r>
            <a:r>
              <a:rPr lang="en-US" altLang="zh-TW" dirty="0"/>
              <a:t>(2)</a:t>
            </a:r>
          </a:p>
          <a:p>
            <a:pPr marL="0" indent="0">
              <a:buNone/>
            </a:pPr>
            <a:r>
              <a:rPr lang="zh-TW" altLang="en-US" sz="2000" dirty="0"/>
              <a:t>重新啟動後確認</a:t>
            </a:r>
            <a:r>
              <a:rPr lang="en-US" altLang="zh-TW" sz="2000" dirty="0" err="1"/>
              <a:t>AdPwdSync</a:t>
            </a:r>
            <a:r>
              <a:rPr lang="en-US" altLang="zh-TW" sz="2000" dirty="0"/>
              <a:t> service </a:t>
            </a:r>
            <a:r>
              <a:rPr lang="zh-TW" altLang="en-US" sz="2000" dirty="0"/>
              <a:t>有 正常啟動，打開</a:t>
            </a:r>
            <a:r>
              <a:rPr lang="en-US" altLang="zh-TW" sz="2000" dirty="0"/>
              <a:t>logback.log</a:t>
            </a:r>
            <a:r>
              <a:rPr lang="zh-TW" altLang="en-US" sz="2000" dirty="0"/>
              <a:t>確認最後</a:t>
            </a:r>
            <a:r>
              <a:rPr lang="en-US" altLang="zh-TW" sz="2000" dirty="0"/>
              <a:t>log</a:t>
            </a:r>
            <a:r>
              <a:rPr lang="zh-TW" altLang="en-US" sz="2000" dirty="0"/>
              <a:t>停在 </a:t>
            </a:r>
            <a:r>
              <a:rPr lang="en-US" altLang="zh-TW" sz="2000" dirty="0"/>
              <a:t>Started </a:t>
            </a:r>
            <a:r>
              <a:rPr lang="en-US" altLang="zh-TW" sz="2000" dirty="0" err="1"/>
              <a:t>AppApplication</a:t>
            </a:r>
            <a:r>
              <a:rPr lang="en-US" altLang="zh-TW" sz="2000" dirty="0"/>
              <a:t> in XX seconds</a:t>
            </a:r>
            <a:r>
              <a:rPr lang="zh-TW" altLang="en-US" sz="2000" dirty="0"/>
              <a:t>後面無其它錯誤文字。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0CAA266-D0C2-B92C-ECFB-73904DC0D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634833"/>
            <a:ext cx="5073106" cy="387233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EBA44C3-A54D-630F-4ECC-8E375779C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144" y="2634832"/>
            <a:ext cx="5635778" cy="39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9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中心與五區協同作業</a:t>
            </a:r>
            <a:r>
              <a:rPr lang="en-US" altLang="zh-TW" dirty="0"/>
              <a:t>-</a:t>
            </a:r>
            <a:r>
              <a:rPr lang="zh-TW" altLang="en-US" dirty="0"/>
              <a:t>永續案</a:t>
            </a:r>
            <a:r>
              <a:rPr lang="en-US" altLang="zh-TW" dirty="0"/>
              <a:t>YBD</a:t>
            </a:r>
            <a:r>
              <a:rPr lang="zh-TW" altLang="en-US" dirty="0"/>
              <a:t>上線前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關機內中外舊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>
                <a:solidFill>
                  <a:srgbClr val="FF0000"/>
                </a:solidFill>
              </a:rPr>
              <a:t>更改新中介</a:t>
            </a:r>
            <a:r>
              <a:rPr lang="en-US" altLang="zh-TW" sz="2000" dirty="0">
                <a:solidFill>
                  <a:srgbClr val="FF0000"/>
                </a:solidFill>
              </a:rPr>
              <a:t>IDM</a:t>
            </a:r>
            <a:r>
              <a:rPr lang="zh-TW" altLang="en-US" sz="2000" dirty="0">
                <a:solidFill>
                  <a:srgbClr val="FF0000"/>
                </a:solidFill>
              </a:rPr>
              <a:t>設定</a:t>
            </a:r>
          </a:p>
          <a:p>
            <a:pPr marL="0" indent="0">
              <a:buNone/>
            </a:pPr>
            <a:r>
              <a:rPr lang="en-US" altLang="zh-TW" sz="2000" dirty="0"/>
              <a:t>(3)</a:t>
            </a:r>
            <a:r>
              <a:rPr lang="zh-TW" altLang="en-US" sz="2000" dirty="0"/>
              <a:t>更改內中外新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r>
              <a:rPr lang="en-US" altLang="zh-TW" sz="2000" dirty="0"/>
              <a:t>IP</a:t>
            </a:r>
            <a:r>
              <a:rPr lang="zh-TW" altLang="en-US" sz="2000" dirty="0"/>
              <a:t>為舊</a:t>
            </a:r>
            <a:r>
              <a:rPr lang="en-US" altLang="zh-TW" sz="2000" dirty="0"/>
              <a:t>IP</a:t>
            </a:r>
            <a:r>
              <a:rPr lang="zh-TW" altLang="en-US" sz="2000" dirty="0"/>
              <a:t>並啟動</a:t>
            </a:r>
            <a:r>
              <a:rPr lang="en-US" altLang="zh-TW" sz="2000" dirty="0"/>
              <a:t>IDM</a:t>
            </a:r>
            <a:r>
              <a:rPr lang="zh-TW" altLang="en-US" sz="2000" dirty="0"/>
              <a:t>服務</a:t>
            </a:r>
          </a:p>
          <a:p>
            <a:pPr marL="0" indent="0">
              <a:buNone/>
            </a:pPr>
            <a:r>
              <a:rPr lang="en-US" altLang="zh-TW" sz="2000" dirty="0"/>
              <a:t>(4)</a:t>
            </a:r>
            <a:r>
              <a:rPr lang="zh-TW" altLang="en-US" sz="2000" dirty="0"/>
              <a:t>觀察</a:t>
            </a:r>
            <a:r>
              <a:rPr lang="en-US" altLang="zh-TW" sz="2000" dirty="0"/>
              <a:t>log</a:t>
            </a:r>
            <a:r>
              <a:rPr lang="zh-TW" altLang="en-US" sz="2000" dirty="0"/>
              <a:t>確認服務是否正常</a:t>
            </a:r>
          </a:p>
        </p:txBody>
      </p:sp>
    </p:spTree>
    <p:extLst>
      <p:ext uri="{BB962C8B-B14F-4D97-AF65-F5344CB8AC3E}">
        <p14:creationId xmlns:p14="http://schemas.microsoft.com/office/powerpoint/2010/main" val="111437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A36E-B873-83CF-D96D-60DD5C84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DB73E11-C17D-6334-0AEE-09AE1279AF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切換時需異動的設定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sz="2000" dirty="0"/>
              <a:t>中介上</a:t>
            </a:r>
            <a:r>
              <a:rPr lang="en-US" altLang="zh-TW" sz="2000" dirty="0" err="1"/>
              <a:t>jenkins</a:t>
            </a:r>
            <a:r>
              <a:rPr lang="zh-TW" altLang="en-US" sz="2000" dirty="0"/>
              <a:t>內</a:t>
            </a:r>
            <a:r>
              <a:rPr lang="en-US" altLang="zh-TW" sz="2000" dirty="0"/>
              <a:t>4</a:t>
            </a:r>
            <a:r>
              <a:rPr lang="zh-TW" altLang="en-US" sz="2000" dirty="0"/>
              <a:t>個</a:t>
            </a:r>
            <a:r>
              <a:rPr lang="en-US" altLang="zh-TW" sz="2000" dirty="0"/>
              <a:t>job</a:t>
            </a:r>
            <a:r>
              <a:rPr lang="zh-TW" altLang="en-US" sz="2000" dirty="0"/>
              <a:t>的</a:t>
            </a:r>
            <a:r>
              <a:rPr lang="en-US" altLang="zh-TW" sz="2000" dirty="0"/>
              <a:t>config</a:t>
            </a:r>
          </a:p>
          <a:p>
            <a:pPr marL="0" indent="0">
              <a:buNone/>
            </a:pPr>
            <a:endParaRPr lang="zh-TW" altLang="en-US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B91FAC-C692-8B94-EE0F-7AE93FDA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21" y="2105891"/>
            <a:ext cx="3308061" cy="429029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18BDEC0-7490-5FC0-76CF-53F4D5DF9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182" y="2273300"/>
            <a:ext cx="2530763" cy="3362325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FF40CA4B-4921-AE28-7364-6581686AC4F8}"/>
              </a:ext>
            </a:extLst>
          </p:cNvPr>
          <p:cNvSpPr/>
          <p:nvPr/>
        </p:nvSpPr>
        <p:spPr>
          <a:xfrm>
            <a:off x="4142401" y="4451663"/>
            <a:ext cx="795119" cy="3327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6DC64DD-392E-3843-5641-E956A364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945" y="2273300"/>
            <a:ext cx="5274342" cy="3831936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6985436-FB8F-BF99-A593-5EAC46217F30}"/>
              </a:ext>
            </a:extLst>
          </p:cNvPr>
          <p:cNvSpPr/>
          <p:nvPr/>
        </p:nvSpPr>
        <p:spPr>
          <a:xfrm>
            <a:off x="9204719" y="3564324"/>
            <a:ext cx="1075354" cy="23182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93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1328</TotalTime>
  <Words>193</Words>
  <Application>Microsoft Office PowerPoint</Application>
  <PresentationFormat>寬螢幕</PresentationFormat>
  <Paragraphs>15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49</cp:revision>
  <dcterms:created xsi:type="dcterms:W3CDTF">2022-04-22T04:41:57Z</dcterms:created>
  <dcterms:modified xsi:type="dcterms:W3CDTF">2025-04-25T01:21:26Z</dcterms:modified>
</cp:coreProperties>
</file>